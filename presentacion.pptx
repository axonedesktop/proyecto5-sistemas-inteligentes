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Sistemas Inteligentes y sus</a:t>
            </a:r>
            <a:br/>
            <a:r>
              <a:t>Aplicaciones en la Actualidad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Segoe UI"/>
              </a:defRPr>
            </a:pPr>
            <a:r>
              <a:t>Proyecto 5 — Modelos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UD3 — Una nueva esperanza empresarial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1. ¿Qué es un sistema inteligente?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2. Características de un sistema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3. Aplicación 1: Diagnóstico médico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4. Aplicación 2: Vehículos autónomos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5. Aplicación 3: Modelos de lenguaje (LLMs)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6. Tabla comparativa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7. Vehículos autónomos: en profundidad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8. ¿Cómo funciona un vehículo autónomo?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9. Principios éticos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¿Qué es un sistema inteligente?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6459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Segoe UI"/>
              </a:defRPr>
            </a:pPr>
            <a:r>
              <a:t>"Sistema controlado por computadora capaz de responder a cambios</a:t>
            </a:r>
            <a:br/>
            <a:r>
              <a:t>del entorno para establecer las condiciones óptimas de funcionamiento</a:t>
            </a:r>
            <a:br/>
            <a:r>
              <a:t>sin intervención humana."  — RAE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Cuestiones fundacionales — Conferencia de Dartmouth (1956):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¿Pueden las máquinas pensar?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¿Pueden las máquinas aprender de la experiencia?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¿Pueden las máquinas usar el lenguaje?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¿Pueden las máquinas resolver problemas abstractos?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¿Pueden las máquinas mejorarse a sí mismas?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Características de un sistema inteligente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Percepción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Captar información del entorno (sensores, cámaras, etc.)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Procesamiento del Lenguaje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Comprender y generar lenguaje humano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Razonamiento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Inferir conclusiones y tomar decisiones fundamentadas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6888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Aprendizaje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Mejorar el rendimiento a partir de la experiencia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Planificación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Establecer secuencias de acciones hacia objetivos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4904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Autonomía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Operar independientemente sin intervención humana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Adaptabilidad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Ajustar comportamiento ante cambios del entorno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29200"/>
            <a:ext cx="5303520" cy="109728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Interacción 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Comunicarse con humanos u otros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Aplicación 1: Diagnóstico médico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Campo: Sanidad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Redes neuronales convolucionales (CNN) analizan radiografías, mamografías y TAC</a:t>
            </a:r>
            <a:br/>
            <a:r>
              <a:t>para detectar patologías como tumores o fracturas con precisión similar o superior a</a:t>
            </a:r>
            <a:br/>
            <a:r>
              <a:t>los especialistas humanos.</a:t>
            </a:r>
            <a:br/>
            <a:r>
              <a:t>Ejemplos: Google Health, DeepMind AlphaFold, Aidoc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Percepción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PLN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Razonamiento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Aprendizaje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Planificación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4336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Autonomía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Adaptabilidad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Interacción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Aplicación 2: Vehículos autónomos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Campo: Transporte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Combinan visión por computador, LIDAR, radar, aprendizaje profundo y planificación</a:t>
            </a:r>
            <a:br/>
            <a:r>
              <a:t>en tiempo real para conducir sin intervención humana. Son la aplicación más integradora</a:t>
            </a:r>
            <a:br/>
            <a:r>
              <a:t>de múltiples capacidades de IA.</a:t>
            </a:r>
            <a:br/>
            <a:r>
              <a:t>Ejemplos: Waymo, Tesla Autopilot/FSD, Cruise, Apollo (Baidu)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Percepción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PLN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Razonamiento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Aprendizaje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Planificación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Autonomía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Adaptabilidad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Interacción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Aplicación 3: Modelos de lenguaje (LLMs)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Campo: Tecnología y comunicación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Modelos basados en la arquitectura Transformer, entrenados con enormes cantidades de</a:t>
            </a:r>
            <a:br/>
            <a:r>
              <a:t>texto. Generan texto coherente, responden preguntas, traducen, programan y mantienen</a:t>
            </a:r>
            <a:br/>
            <a:r>
              <a:t>conversaciones complejas.</a:t>
            </a:r>
            <a:br/>
            <a:r>
              <a:t>Ejemplos: ChatGPT (OpenAI), Claude (Anthropic), Gemini (Google), LLaMA (Meta)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Percepción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PLN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Razonamiento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20040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Aprendizaje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Planificación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Autonomía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Adaptabilidad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663440"/>
            <a:ext cx="2468880" cy="118872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Interacción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Tabla comparativa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371600"/>
          <a:ext cx="9601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Característica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Diagnóstico</a:t>
                      </a:r>
                    </a:p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médico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Vehículos</a:t>
                      </a:r>
                    </a:p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autónomos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LLMs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Percepción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Razonamiento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Aprendizaje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Planificación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Autonomía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Adaptabilidad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424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Interacción social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✅ Se cumple    ⚠️ Parcialmente    ❌ No se cumple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Vehículos autónomos: en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Segoe UI"/>
              </a:defRPr>
            </a:pPr>
            <a:r>
              <a:t>¿Por qué es la aplicación más interesante?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▸  Es la aplicación que más características de sistema inteligente cumple (6/8 completas)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▸  Integra múltiples disciplinas de IA en un solo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▸  Opera en el mundo real con consecuencias directas sobre la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▸  Requiere toma de decisiones en tiempo real con incertidumbre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▸  Plantea dilemas éticos profundos (ej: el dilema del tranvía)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Segoe UI"/>
              </a:defRPr>
            </a:pPr>
            <a:r>
              <a:t>Niveles de automatización SAE: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265176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Nivel 0-2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Asistencia al conductor (frenado, crucero adaptativo)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577840"/>
            <a:ext cx="265176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Nivel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5943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Conducción condicional (el coche conduce, humano disponible)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577840"/>
            <a:ext cx="265176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Nivel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943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Alta automatización (sin intervención en zonas delimitadas)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5577840"/>
            <a:ext cx="265176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Nivel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943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Automatización total (cualquier condición, sin volante)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¿Cómo funciona un vehículo autónomo?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36576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1. PERCEPCIÓN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Sensores (LIDAR, radar, cámaras)</a:t>
            </a:r>
            <a:br/>
            <a:r>
              <a:t>captan el entorno 360° en</a:t>
            </a:r>
            <a:br/>
            <a:r>
              <a:t>tiempo real, creando un</a:t>
            </a:r>
            <a:br/>
            <a:r>
              <a:t>mapa 3D del mundo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103120" cy="36576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10312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2. LOCALIZACIÓN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860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GPS de alta precisión +</a:t>
            </a:r>
            <a:br/>
            <a:r>
              <a:t>mapas HD + odometría</a:t>
            </a:r>
            <a:br/>
            <a:r>
              <a:t>permiten al vehículo saber</a:t>
            </a:r>
            <a:br/>
            <a:r>
              <a:t>exactamente dónde está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36576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CAF50"/>
                </a:solidFill>
                <a:latin typeface="Segoe UI"/>
              </a:defRPr>
            </a:pPr>
            <a:r>
              <a:t>3. PREDICCIÓN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860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Redes neuronales predicen</a:t>
            </a:r>
            <a:br/>
            <a:r>
              <a:t>el comportamiento futuro</a:t>
            </a:r>
            <a:br/>
            <a:r>
              <a:t>de peatones, ciclistas y</a:t>
            </a:r>
            <a:br/>
            <a:r>
              <a:t>otros vehículos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2103120" cy="36576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10312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800"/>
                </a:solidFill>
                <a:latin typeface="Segoe UI"/>
              </a:defRPr>
            </a:pPr>
            <a:r>
              <a:t>4. PLANIFICACIÓN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2860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Algoritmos calculan la</a:t>
            </a:r>
            <a:br/>
            <a:r>
              <a:t>trayectoria óptima y segura</a:t>
            </a:r>
            <a:br/>
            <a:r>
              <a:t>considerando reglas de</a:t>
            </a:r>
            <a:br/>
            <a:r>
              <a:t>tráfico y obstáculos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371600"/>
            <a:ext cx="2103120" cy="36576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731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4336"/>
                </a:solidFill>
                <a:latin typeface="Segoe UI"/>
              </a:defRPr>
            </a:pPr>
            <a:r>
              <a:t>5.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2860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El sistema traduce el plan</a:t>
            </a:r>
            <a:br/>
            <a:r>
              <a:t>en acciones mecánicas:</a:t>
            </a:r>
            <a:br/>
            <a:r>
              <a:t>aceleración, frenado y</a:t>
            </a:r>
            <a:br/>
            <a:r>
              <a:t>giro del volante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Tecnologías clave: Redes neuronales convolucionales (CNN) para visión, redes recurrentes</a:t>
            </a:r>
            <a:br/>
            <a:r>
              <a:t>(RNN/Transformers) para predicción temporal, aprendizaje por refuerzo para toma de</a:t>
            </a:r>
            <a:br/>
            <a:r>
              <a:t>decisiones, y fusión de sensores para combinar datos de múltiples fuentes.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Principios éticos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Segoe UI"/>
              </a:defRPr>
            </a:pPr>
            <a:r>
              <a:t>Principios éticos de la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▸  Transparencia: Decisiones explicables y comprensibles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▸  Equidad: Sin sesgos ni discriminación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▸  Privacidad: Protección de datos personales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▸  Seguridad: Sistemas robustos que no causen daño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▸  Responsabilidad: Humano responsable de las decisiones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Segoe UI"/>
              </a:defRPr>
            </a:pPr>
            <a:r>
              <a:t>Conclusiones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02920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Los vehículos autónomos son la aplicación</a:t>
            </a:r>
            <a:br/>
            <a:r>
              <a:t>que más características cumple (6/8)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502920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Cada campo prioriza capacidades diferentes</a:t>
            </a:r>
            <a:br/>
            <a:r>
              <a:t>según sus necesidades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502920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06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Ningún sistema actual es completamente</a:t>
            </a:r>
            <a:br/>
            <a:r>
              <a:t>inteligente: la AGI sigue siendo un objetivo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303520"/>
            <a:ext cx="5029200" cy="100584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394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Los principios éticos son fundamentales</a:t>
            </a:r>
            <a:br/>
            <a:r>
              <a:t>en todo desarrollo de 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Segoe UI"/>
              </a:defRPr>
            </a:pPr>
            <a:r>
              <a:t>¿Preguntas?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
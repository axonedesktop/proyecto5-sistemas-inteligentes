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4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Vehículos Autónomos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  <a:latin typeface="Segoe UI"/>
              </a:defRPr>
            </a:pPr>
            <a:r>
              <a:t>La aplicación de IA que más me ha interesado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Manuel Garrido Serrano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Proyecto 5 — Sistemas inteligentes y sus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¿Qué es un vehículo autónomo?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Un vehículo autónomo es un coche capaz de conducir solo, sin que una persona</a:t>
            </a:r>
            <a:br/>
            <a:r>
              <a:t>toque el volante ni los pedales. Usa sensores, cámaras y programas de IA</a:t>
            </a:r>
            <a:br/>
            <a:r>
              <a:t>para ver la carretera, entender lo que pasa alrededor y tomar decisiones</a:t>
            </a:r>
            <a:br/>
            <a:r>
              <a:t>como frenar, acelerar o girar.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Segoe UI"/>
              </a:defRPr>
            </a:pPr>
            <a:r>
              <a:t>Ejemplos reales: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 Waymo (Google) — taxis sin conductor en San Francisco y Phoenix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 Tesla Autopilot — asistencia a la conducción en coches particulares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 Cruise (General Motors) — robotaxis urbanos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¿Por qué me parece la más interesante?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Usa casi todas las capacidades de la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Percepción, razonamiento, aprendizaje, planificación, autonomía y adaptabilidad.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Funciona en el mundo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No es solo texto o imágenes en una pantalla, tiene que actuar en carreteras reales con gente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Las decisiones importan mucho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Un error puede causar un accidente. Necesita ser muy fiable y rápido.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51560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Mezcla muchas tecnologías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Cámaras, radar, LIDAR, GPS, redes neuronales... todo junto en un solo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Características</a:t>
            </a:r>
            <a:r>
              <a:rPr dirty="0"/>
              <a:t> de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que </a:t>
            </a:r>
            <a:r>
              <a:rPr dirty="0" err="1"/>
              <a:t>cumple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Percepción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Ve el entorno con cámaras, radar y LIDAR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Lenguaje natural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C107"/>
                </a:solidFill>
                <a:latin typeface="Segoe UI"/>
              </a:defRPr>
            </a:pPr>
            <a:r>
              <a:t>PARCIAL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Acepta comandos de voz, pero no es lo principal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Razonamiento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Decide cuándo frenar, acelerar, ceder el paso...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1460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Aprendizaje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Se entrena con millones de km de datos de conducción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Planificación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Calcula rutas y anticipa lo que harán otros coches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4048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Autonomía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El objetivo es que conduzca sin intervención humana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6636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Adaptabilidad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Se adapta a lluvia, obras, tráfico o situaciones nuevas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166360"/>
            <a:ext cx="5303520" cy="1143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Segoe UI"/>
              </a:defRPr>
            </a:pPr>
            <a:r>
              <a:t>Interacción social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C107"/>
                </a:solidFill>
                <a:latin typeface="Segoe UI"/>
              </a:defRPr>
            </a:pPr>
            <a:r>
              <a:t>PARCIAL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Comunica con pasajeros pero no bien con peatones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1109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? — Paso a </a:t>
            </a:r>
            <a:r>
              <a:rPr dirty="0" err="1"/>
              <a:t>paso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41148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6400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1. 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Los sensores (cámaras, radar, LIDAR)</a:t>
            </a:r>
            <a:br/>
            <a:r>
              <a:t>captan todo lo que hay alrededor</a:t>
            </a:r>
            <a:br/>
            <a:r>
              <a:t>del coche: otros coches, peatones,</a:t>
            </a:r>
            <a:br/>
            <a:r>
              <a:t>señales, semáforos...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80160"/>
            <a:ext cx="2651760" cy="41148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280160"/>
            <a:ext cx="265176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2. ENTENDER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El ordenador analiza esa información</a:t>
            </a:r>
            <a:br/>
            <a:r>
              <a:t>y crea un mapa de la situación:</a:t>
            </a:r>
            <a:br/>
            <a:r>
              <a:t>qué hay, dónde está</a:t>
            </a:r>
            <a:br/>
            <a:r>
              <a:t>y hacia dónde se mueve.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2651760" cy="41148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65176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Segoe UI"/>
              </a:defRPr>
            </a:pPr>
            <a:r>
              <a:t>3. DECIDIR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La IA decide qué hacer: seguir recto,</a:t>
            </a:r>
            <a:br/>
            <a:r>
              <a:t>frenar, cambiar de carril...</a:t>
            </a:r>
            <a:br/>
            <a:r>
              <a:t>Es parecido a lo que hace un</a:t>
            </a:r>
            <a:br/>
            <a:r>
              <a:t>conductor humano pero más rápido.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280160"/>
            <a:ext cx="2651760" cy="41148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65176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4. 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El sistema manda órdenes al volante,</a:t>
            </a:r>
            <a:br/>
            <a:r>
              <a:t>al acelerador y al freno.</a:t>
            </a:r>
            <a:br/>
            <a:r>
              <a:t>El coche ejecuta la acción</a:t>
            </a:r>
            <a:br/>
            <a:r>
              <a:t>y vuelve al paso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Este ciclo se repite muchas veces por segundo. El coche está constantemente</a:t>
            </a:r>
            <a:br/>
            <a:r>
              <a:t>viendo, entendiendo, decidiendo y actuando, igual que haría un conductor humano.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¿Qué tecnologías usa?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2286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Cámaras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Captan imágenes como los ojos humanos.</a:t>
            </a:r>
            <a:br/>
            <a:r>
              <a:t>Detectan señales, semáforos y marcas viales.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188720"/>
            <a:ext cx="3474720" cy="2286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1999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Un láser que gira y mide distancias.</a:t>
            </a:r>
            <a:br/>
            <a:r>
              <a:t>Crea un mapa 3D del entorno.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8" y="1188720"/>
            <a:ext cx="3474720" cy="2286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8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8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Detecta objetos y su velocidad</a:t>
            </a:r>
            <a:br/>
            <a:r>
              <a:t>incluso con lluvia o niebla.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40"/>
            <a:ext cx="3474720" cy="2286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GPS + Mapas 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Sabe exactamente dónde está el coche</a:t>
            </a:r>
            <a:br/>
            <a:r>
              <a:t>y conoce la carretera con detalle.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749040"/>
            <a:ext cx="3474720" cy="2286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1999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Redes neuronales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480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El 'cerebro' del coche. Aprenden a</a:t>
            </a:r>
            <a:br/>
            <a:r>
              <a:t>reconocer objetos y tomar decisiones.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8" y="3749040"/>
            <a:ext cx="3474720" cy="22860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38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Fusión de sensores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4480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Combina datos de todos los sensores</a:t>
            </a:r>
            <a:br/>
            <a:r>
              <a:t>para tener una imagen completa y fiable.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Retos y cuestiones éticas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Segoe UI"/>
              </a:defRPr>
            </a:pPr>
            <a:r>
              <a:t>Retos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Funcionar bien con nieve, lluvia fuerte o de noche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Entender situaciones raras que no estaban en los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Ser más seguro que un conductor humano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El coste alto de los sensores (sobre todo el LIDAR)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Segoe UI"/>
              </a:defRPr>
            </a:pPr>
            <a:r>
              <a:t>Cuestiones éticas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Si hay un accidente inevitable, ¿qué decisión toma?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¿Quién es responsable: el fabricante o el dueño?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Las cámaras graban todo lo que pasa en la calle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-  ¿Qué pasa con los empleos de taxistas y transportistas?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Segoe UI"/>
              </a:defRPr>
            </a:pPr>
            <a:r>
              <a:t>Conclusión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Los vehículos autónomos son la aplicación de IA que más capacidades de sistema inteligente</a:t>
            </a:r>
            <a:br/>
            <a:r>
              <a:t>reúne: percepción, razonamiento, aprendizaje, planificación, autonomía y adaptabilidad.</a:t>
            </a:r>
            <a:br/>
            <a:r>
              <a:t>Todavía quedan retos importantes, pero ya funcionan en ciudades reales</a:t>
            </a:r>
            <a:br/>
            <a:r>
              <a:t>y van a cambiar la forma en que nos movemos en los próximos años.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Segoe UI"/>
              </a:defRPr>
            </a:pPr>
            <a:r>
              <a:t>¿Preguntas?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513</Words>
  <Application>Microsoft Office PowerPoint</Application>
  <PresentationFormat>Panorámica</PresentationFormat>
  <Paragraphs>82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Manu Garrido</cp:lastModifiedBy>
  <cp:revision>3</cp:revision>
  <dcterms:created xsi:type="dcterms:W3CDTF">2013-01-27T09:14:16Z</dcterms:created>
  <dcterms:modified xsi:type="dcterms:W3CDTF">2026-03-09T15:44:52Z</dcterms:modified>
  <cp:category/>
</cp:coreProperties>
</file>